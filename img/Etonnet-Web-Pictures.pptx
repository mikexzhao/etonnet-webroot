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90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5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7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1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6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1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32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24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4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04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7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91751" y="3019437"/>
            <a:ext cx="3284215" cy="32002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710" y="2725514"/>
            <a:ext cx="3491678" cy="34069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709" y="888049"/>
            <a:ext cx="3489535" cy="18374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749" y="875917"/>
            <a:ext cx="3230189" cy="184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9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usb2200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028" y="261041"/>
            <a:ext cx="4159025" cy="613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47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737" y="609001"/>
            <a:ext cx="3463190" cy="23824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051" y="609001"/>
            <a:ext cx="5840588" cy="43804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798" y="3124255"/>
            <a:ext cx="3465129" cy="29883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5306" y="3288302"/>
            <a:ext cx="1301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Flow </a:t>
            </a:r>
            <a:r>
              <a:rPr lang="en-US" dirty="0">
                <a:solidFill>
                  <a:srgbClr val="FFFF00"/>
                </a:solidFill>
              </a:rPr>
              <a:t>sensor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58496" y="795129"/>
            <a:ext cx="1713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LED Lamp frame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77478" y="795129"/>
            <a:ext cx="132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Sensor Cage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83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32" y="1438481"/>
            <a:ext cx="1924050" cy="3762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835965" y="347869"/>
            <a:ext cx="3962400" cy="2971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855843" y="3409119"/>
            <a:ext cx="3942522" cy="29568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920948" y="347868"/>
            <a:ext cx="3962401" cy="297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9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Image result for tvb gone p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709" y="1483208"/>
            <a:ext cx="2779113" cy="347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V-B-Gone Pro SHP Super High Pow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3272" y="840167"/>
            <a:ext cx="280987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522" y="950262"/>
            <a:ext cx="2822222" cy="4372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75544" y="495323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92D050"/>
                </a:solidFill>
              </a:rPr>
              <a:t>GEN-1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66837" y="4429775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92D050"/>
                </a:solidFill>
              </a:rPr>
              <a:t>GEN-2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30822" y="5096480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92D050"/>
                </a:solidFill>
              </a:rPr>
              <a:t>GEN-3</a:t>
            </a:r>
            <a:endParaRPr 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79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2863</TotalTime>
  <Words>10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zhao</dc:creator>
  <cp:lastModifiedBy>mike zhao</cp:lastModifiedBy>
  <cp:revision>10</cp:revision>
  <dcterms:created xsi:type="dcterms:W3CDTF">2019-09-14T18:30:44Z</dcterms:created>
  <dcterms:modified xsi:type="dcterms:W3CDTF">2019-09-16T21:43:55Z</dcterms:modified>
</cp:coreProperties>
</file>